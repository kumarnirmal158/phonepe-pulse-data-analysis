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60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3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0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8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7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3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7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7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5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4180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31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5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35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63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2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508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PhonePe Data Analysis &amp; Business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Visualization &amp; Strategic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Overview of Business Problem</a:t>
            </a:r>
          </a:p>
          <a:p>
            <a:r>
              <a:t>Device Dominance &amp; User Engagement</a:t>
            </a:r>
          </a:p>
          <a:p>
            <a:r>
              <a:t>User Engagement &amp; Growth Strategy</a:t>
            </a:r>
          </a:p>
          <a:p>
            <a:r>
              <a:t>Transaction Analysis Across Regions</a:t>
            </a:r>
          </a:p>
          <a:p>
            <a:r>
              <a:t>User Registration Analysis</a:t>
            </a:r>
          </a:p>
          <a:p>
            <a:r>
              <a:t>Insurance Transactions Analysis</a:t>
            </a:r>
          </a:p>
          <a:p>
            <a:r>
              <a:t>Key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Device Dominance &amp; User Engagement –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Android devices contribute the majority of PhonePe transactions.</a:t>
            </a:r>
          </a:p>
          <a:p>
            <a:r>
              <a:t>Consistent Android dominance across states and districts.</a:t>
            </a:r>
          </a:p>
          <a:p>
            <a:r>
              <a:t>iOS users form a smaller segment but often show higher transaction values.</a:t>
            </a:r>
          </a:p>
          <a:p>
            <a:r>
              <a:t>Indicates strong Android penetration in Tier-2 and Tier-3 cities.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Device Dominance –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 Android-first feature deployment strategy.</a:t>
            </a:r>
          </a:p>
          <a:p>
            <a:r>
              <a:t>Optimize app performance for low-end Android devices.</a:t>
            </a:r>
          </a:p>
          <a:p>
            <a:r>
              <a:t>Design premium offerings targeted towards iOS users.</a:t>
            </a:r>
          </a:p>
          <a:p>
            <a:r>
              <a:t>Improve UI/UX consistency across all device 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User Engagement &amp; Growth –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Registered users and app opens show strong positive correlation.</a:t>
            </a:r>
          </a:p>
          <a:p>
            <a:r>
              <a:t>Some states show high registrations but lower app engagement.</a:t>
            </a:r>
          </a:p>
          <a:p>
            <a:r>
              <a:t>Seasonal spikes observed during festive and financial quarters.</a:t>
            </a:r>
          </a:p>
          <a:p>
            <a:r>
              <a:t>Indicates opportunity for re-engagement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User Engagement &amp; Growth –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re-engagement campaigns in low-activity states.</a:t>
            </a:r>
          </a:p>
          <a:p>
            <a:r>
              <a:t>Use push notifications and reminders for inactive users.</a:t>
            </a:r>
          </a:p>
          <a:p>
            <a:r>
              <a:t>Introduce loyalty rewards for frequent app usage.</a:t>
            </a:r>
          </a:p>
          <a:p>
            <a:r>
              <a:t>Promote digital literacy in emerging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Transaction Analysis (State &amp; District) –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states contribute majority of transaction volume and value.</a:t>
            </a:r>
          </a:p>
          <a:p>
            <a:r>
              <a:t>Urban districts dominate high-value transactions.</a:t>
            </a:r>
          </a:p>
          <a:p>
            <a:r>
              <a:t>Tier-2 and Tier-3 districts show growing transaction trends.</a:t>
            </a:r>
          </a:p>
          <a:p>
            <a:r>
              <a:t>Clear regional transaction concentration observed.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Transaction Analysis –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 merchant partnerships in high-performing districts.</a:t>
            </a:r>
          </a:p>
          <a:p>
            <a:r>
              <a:t>Expand acceptance network in emerging districts.</a:t>
            </a:r>
          </a:p>
          <a:p>
            <a:r>
              <a:t>Offer region-specific promotions and cashbacks.</a:t>
            </a:r>
          </a:p>
          <a:p>
            <a:r>
              <a:t>Use regional data to optimize marketing investments.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User Registration Analysis –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year-on-year growth in registered users.</a:t>
            </a:r>
          </a:p>
          <a:p>
            <a:r>
              <a:t>Urban regions lead registrations, rural regions are catching up.</a:t>
            </a:r>
          </a:p>
          <a:p>
            <a:r>
              <a:t>Some regions show high registrations but lower transaction usage.</a:t>
            </a:r>
          </a:p>
          <a:p>
            <a:r>
              <a:t>Indicates onboarding-to-activation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User Registration Analysis –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onboarding experience for new users.</a:t>
            </a:r>
          </a:p>
          <a:p>
            <a:r>
              <a:t>Provide first-transaction incentives.</a:t>
            </a:r>
          </a:p>
          <a:p>
            <a:r>
              <a:t>Focus on activation campaigns in low-usage states.</a:t>
            </a:r>
          </a:p>
          <a:p>
            <a:r>
              <a:t>Educate users on app features and benefits.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Insurance Transactions Analysis –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Insurance transactions concentrated in few states and districts.</a:t>
            </a:r>
          </a:p>
          <a:p>
            <a:r>
              <a:t>Urban pincodes dominate insurance transaction value.</a:t>
            </a:r>
          </a:p>
          <a:p>
            <a:r>
              <a:t>Steady year-on-year growth observed in insurance adoption.</a:t>
            </a:r>
          </a:p>
          <a:p>
            <a:r>
              <a:t>Indicates growing trust in digital insurance platforms.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Insurance Transactions –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insurance offerings in underpenetrated regions.</a:t>
            </a:r>
          </a:p>
          <a:p>
            <a:r>
              <a:t>Promote micro-insurance products in rural areas.</a:t>
            </a:r>
          </a:p>
          <a:p>
            <a:r>
              <a:t>Use historical trends to forecast demand.</a:t>
            </a:r>
          </a:p>
          <a:p>
            <a:r>
              <a:t>Partner with insurers for targeted campaigns.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growth in user base and transaction volume.</a:t>
            </a:r>
          </a:p>
          <a:p>
            <a:r>
              <a:t>Significant opportunities in engagement optimization.</a:t>
            </a:r>
          </a:p>
          <a:p>
            <a:r>
              <a:t>Insurance segment shows high future growth potential.</a:t>
            </a:r>
          </a:p>
          <a:p>
            <a:r>
              <a:t>Data-driven regional strategies can improve market leadership.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PhonePe demonstrates strong digital payment adoption across India.</a:t>
            </a:r>
          </a:p>
          <a:p>
            <a:r>
              <a:t>Analytics-driven decisions can unlock new growth opportunities.</a:t>
            </a:r>
          </a:p>
          <a:p>
            <a:r>
              <a:t>Focused regional and product strategies will enhance market share.</a:t>
            </a:r>
          </a:p>
          <a:p>
            <a:r>
              <a:t>Future scope includes predictive analytics and personalization.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</TotalTime>
  <Words>481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PhonePe Data Analysis &amp; Business Insights</vt:lpstr>
      <vt:lpstr>Agenda</vt:lpstr>
      <vt:lpstr>Device Dominance &amp; User Engagement – Insights</vt:lpstr>
      <vt:lpstr>Device Dominance – Recommendations</vt:lpstr>
      <vt:lpstr>User Engagement &amp; Growth – Insights</vt:lpstr>
      <vt:lpstr>User Engagement &amp; Growth – Recommendations</vt:lpstr>
      <vt:lpstr>Transaction Analysis (State &amp; District) – Insights</vt:lpstr>
      <vt:lpstr>Transaction Analysis – Recommendations</vt:lpstr>
      <vt:lpstr>User Registration Analysis – Insights</vt:lpstr>
      <vt:lpstr>User Registration Analysis – Recommendations</vt:lpstr>
      <vt:lpstr>Insurance Transactions Analysis – Insights</vt:lpstr>
      <vt:lpstr>Insurance Transactions – Recommendations</vt:lpstr>
      <vt:lpstr>Overall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pavithraalagarsamy0@outlook.com</cp:lastModifiedBy>
  <cp:revision>2</cp:revision>
  <dcterms:created xsi:type="dcterms:W3CDTF">2013-01-27T09:14:16Z</dcterms:created>
  <dcterms:modified xsi:type="dcterms:W3CDTF">2026-01-31T09:56:43Z</dcterms:modified>
  <cp:category/>
</cp:coreProperties>
</file>